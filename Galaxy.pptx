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8"/>
  </p:notesMasterIdLst>
  <p:handoutMasterIdLst>
    <p:handoutMasterId r:id="rId19"/>
  </p:handoutMasterIdLst>
  <p:sldIdLst>
    <p:sldId id="334" r:id="rId5"/>
    <p:sldId id="316" r:id="rId6"/>
    <p:sldId id="337" r:id="rId7"/>
    <p:sldId id="343" r:id="rId8"/>
    <p:sldId id="342" r:id="rId9"/>
    <p:sldId id="336" r:id="rId10"/>
    <p:sldId id="324" r:id="rId11"/>
    <p:sldId id="346" r:id="rId12"/>
    <p:sldId id="328" r:id="rId13"/>
    <p:sldId id="345" r:id="rId14"/>
    <p:sldId id="331" r:id="rId15"/>
    <p:sldId id="347" r:id="rId16"/>
    <p:sldId id="34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230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167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059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en-US" dirty="0"/>
              <a:t>Galaxy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21" b="21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Topic one</a:t>
            </a:r>
          </a:p>
          <a:p>
            <a:r>
              <a:rPr lang="en-US" dirty="0"/>
              <a:t>	Topic two</a:t>
            </a:r>
          </a:p>
          <a:p>
            <a:r>
              <a:rPr lang="en-US" dirty="0"/>
              <a:t>Topic three</a:t>
            </a:r>
          </a:p>
          <a:p>
            <a:r>
              <a:rPr lang="en-US" dirty="0"/>
              <a:t>Topic four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8" descr="Mountains at sunset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3" r="23"/>
          <a:stretch/>
        </p:blipFill>
        <p:spPr>
          <a:xfrm>
            <a:off x="8197587" y="411831"/>
            <a:ext cx="3521337" cy="3521344"/>
          </a:xfrm>
        </p:spPr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939" r="16939"/>
          <a:stretch/>
        </p:blipFill>
        <p:spPr/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Selecting visual aids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F1654-306D-262A-D360-5E5C2E6B3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9EFE5C42-059F-482E-C029-E8FA5107EED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2FCA4D-7EEE-9E3D-F691-FEFB5FB337E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7ABD4-990A-BAC8-69FC-AF4C84F3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6A21B-7748-174B-D77E-8EE0B288C7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1472EB4E-1296-AC66-19FA-B01BB8D8A5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2444" r="22444"/>
          <a:stretch/>
        </p:blipFill>
        <p:spPr>
          <a:xfrm>
            <a:off x="6695553" y="301752"/>
            <a:ext cx="5221224" cy="6263640"/>
          </a:xfrm>
        </p:spPr>
      </p:pic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7B8245B-90F5-42D5-BB2F-B23140DB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262961-9495-E252-E690-1E733A8CC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6AF13B15-615A-B282-84CE-BCE3A52AFAF2}"/>
              </a:ext>
            </a:extLst>
          </p:cNvPr>
          <p:cNvGraphicFramePr>
            <a:graphicFrameLocks noGrp="1"/>
          </p:cNvGraphicFramePr>
          <p:nvPr>
            <p:ph idx="21"/>
            <p:extLst>
              <p:ext uri="{D42A27DB-BD31-4B8C-83A1-F6EECF244321}">
                <p14:modId xmlns:p14="http://schemas.microsoft.com/office/powerpoint/2010/main" val="540832049"/>
              </p:ext>
            </p:extLst>
          </p:nvPr>
        </p:nvGraphicFramePr>
        <p:xfrm>
          <a:off x="1279525" y="3017838"/>
          <a:ext cx="10374792" cy="338613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5936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771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58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B4A8555D-2DFF-E6D8-3698-67C06B77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E16BFA7C-979F-1D5E-79D4-DEEC56EBE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685800"/>
            <a:ext cx="4937760" cy="4023360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1E42FE3-72C0-8885-D01D-FC08E0DEC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04755" y="685800"/>
            <a:ext cx="4937760" cy="4023360"/>
          </a:xfrm>
        </p:spPr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5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923D-C618-15EF-E1D7-7C1B0DBB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 anchorCtr="0"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6" name="Table Placeholder 3">
            <a:extLst>
              <a:ext uri="{FF2B5EF4-FFF2-40B4-BE49-F238E27FC236}">
                <a16:creationId xmlns:a16="http://schemas.microsoft.com/office/drawing/2014/main" id="{8B2437E8-72AB-C7C2-6EC7-E8366A2C8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316456"/>
              </p:ext>
            </p:extLst>
          </p:nvPr>
        </p:nvGraphicFramePr>
        <p:xfrm>
          <a:off x="1279525" y="2103438"/>
          <a:ext cx="10387544" cy="404029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596886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83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83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35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Placeholder 14" descr="Mountains under near dusk sky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>
          <a:xfrm>
            <a:off x="1371606" y="3205313"/>
            <a:ext cx="3043077" cy="304308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3127248"/>
            <a:ext cx="6117381" cy="3017520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{03D1F23E-480F-44EC-81BF-D46728DC2FEB}372c19de-dfd4-4de7-9293-53c5fa2d1f7c-TF54b766f8-63ee-43b7-9d15-113a5f305028b8e3081f_win32</Template>
  <TotalTime>0</TotalTime>
  <Words>418</Words>
  <Application>Microsoft Office PowerPoint</Application>
  <PresentationFormat>Widescreen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Univers</vt:lpstr>
      <vt:lpstr>GradientVTI</vt:lpstr>
      <vt:lpstr>Galaxy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 Debray</dc:creator>
  <cp:lastModifiedBy>Yann Debray</cp:lastModifiedBy>
  <cp:revision>1</cp:revision>
  <dcterms:created xsi:type="dcterms:W3CDTF">2026-01-09T21:41:17Z</dcterms:created>
  <dcterms:modified xsi:type="dcterms:W3CDTF">2026-01-09T21:41:32Z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