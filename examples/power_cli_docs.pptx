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  <p:sldId id="265" r:id="rId8"/>
    <p:sldId id="266" r:id="rId7"/>
    <p:sldId id="267" r:id="rId6"/>
    <p:sldId id="268" r:id="rId5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CLI is part of the Nietzsche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powerful command for batch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YAML is the recommended format for slide specifications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CLI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Power CLI?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Command-line tool for creating PowerPoint presentations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Generate slides from YAML/JSON specifications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Support for templates like Galaxy and Coffee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Built with python-pptx and 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Install via pip: pip install nietzsche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Requires Python 3.9 or higher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Dependencies auto-installed (python-pptx, click, rich)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Verify installation: power --version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Core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7048" y="1828800"/>
          <a:ext cx="9144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Options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Create new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--title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generate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Build from YAML/JSON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-o 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View template layouts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--json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Interactive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-t template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 slide to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--title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Fill placeholders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key=value pairs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Delete a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slide index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Create a new presentation with title slide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Syntax: power create OUTPUT [OPTIONS]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Use template: power create deck.pptx -t Galaxy.pptx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Set title: power create deck.pptx --title "My Talk"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Full example: power create output.pptx -t Galaxy.pptx --title "Q1 Report" --subtitle "2024 Results"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generate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Generate full presentations from YAML or JSON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Syntax: power generate INPUT -o OUTPUT [-t TEMPLATE]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Supports all slide types (title, content, table, chart, image)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Example: power generate slides.yaml -o deck.pptx -t Galaxy.pptx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inspect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View template layouts and placeholders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Essential for understanding template structure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Syntax: power inspect PPTX_FILE [--json]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Example: power inspect Galaxy.pptx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Shows layout names, indices, and placeholder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Interactive presentation builder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Guided prompts for title and slides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Menu-driven slide type selection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Syntax: power new [-t TEMPLATE] [-o OUTPUT]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Example: power new -t Galaxy.pptx -o my_deck.pptx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add, replace, remove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add: Append slides to existing presentations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replace: Fill {{PLACEHOLDER}} text throughout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remove: Delete slides by index (0-based)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Add example: power add deck.pptx -o out.pptx --title "New" --bullets "Point 1"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Replace example: power replace template.pptx NAME=John -o filled.pptx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YAML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Top-level title and subtitle for title slide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slides: list of slide definitions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Each slide has type and type-specific fields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Optional notes for speaker notes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Slide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7048" y="1828800"/>
          <a:ext cx="9144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Required Fields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Section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Bullet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Bar/line/pie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Image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Empty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(none)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with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Add images alongside bullet points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image: path to image file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image_width: width in inches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image_left: horizontal position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image_top: vertical position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Supports PNG, JPG, and other common formats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chart_type: bar, line, or pie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categories: list of category labels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series: dictionary of series name to values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Charts automatically centered on slide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Multiple series supported for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Tips and 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Use power inspect to understand template layouts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Galaxy.pptx and Coffee.pptx included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Templates define visual styling and layouts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Smart layout detection for tables and charts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Picture placeholders auto-detected (v0.1.6+)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power --help for main help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power COMMAND --help for command help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-h shorthand works for all commands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Example: power generate -h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Project: github.com/yanndebray/nietzsche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Start Creating!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{03D1F23E-480F-44EC-81BF-D46728DC2FEB}372c19de-dfd4-4de7-9293-53c5fa2d1f7c-TF54b766f8-63ee-43b7-9d15-113a5f305028b8e3081f_win32</Template>
  <TotalTime>0</TotalTime>
  <Words>418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Univers</vt:lpstr>
      <vt:lpstr>GradientVTI</vt:lpstr>
      <vt:lpstr>Galaxy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 Debray</dc:creator>
  <cp:lastModifiedBy>Yann Debray</cp:lastModifiedBy>
  <cp:revision>1</cp:revision>
  <dcterms:created xsi:type="dcterms:W3CDTF">2026-01-09T21:41:17Z</dcterms:created>
  <dcterms:modified xsi:type="dcterms:W3CDTF">2026-01-09T21:41:32Z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