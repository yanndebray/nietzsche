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19" autoAdjust="0"/>
  </p:normalViewPr>
  <p:slideViewPr>
    <p:cSldViewPr snapToGrid="0">
      <p:cViewPr varScale="1">
        <p:scale>
          <a:sx n="75" d="100"/>
          <a:sy n="75" d="100"/>
        </p:scale>
        <p:origin x="20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Title Lorem Ipsum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Dolor Sit Amet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Title Lorem Ipsum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266CDD0-3E96-40BD-8324-62D1DD8615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2216879"/>
          <a:ext cx="10058400" cy="3604216"/>
        </p:xfrm>
        <a:graphic>
          <a:graphicData uri="http://schemas.openxmlformats.org/drawingml/2006/table">
            <a:tbl>
              <a:tblPr firstRow="1" bandRow="1">
                <a:noFill/>
                <a:tableStyleId>{3B4B98B0-60AC-42C2-AFA5-B58CD77FA1E5}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98191797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945233394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57226316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765783061"/>
                    </a:ext>
                  </a:extLst>
                </a:gridCol>
              </a:tblGrid>
              <a:tr h="613018"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Q1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Q2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Q3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all" spc="150" dirty="0">
                          <a:solidFill>
                            <a:schemeClr val="lt1"/>
                          </a:solidFill>
                        </a:rPr>
                        <a:t>Q4</a:t>
                      </a:r>
                    </a:p>
                  </a:txBody>
                  <a:tcPr marL="151061" marR="151061" marT="151061" marB="15106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512675"/>
                  </a:ext>
                </a:extLst>
              </a:tr>
              <a:tr h="978778"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Lorem ipsum et tula lorem ipsum et lorem ipsum </a:t>
                      </a: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Lorem ipsum et tula lorem ipsum et lorem ipsum </a:t>
                      </a:r>
                    </a:p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Lorem ipsum et tula lorem ipsum et lorem ipsum </a:t>
                      </a:r>
                    </a:p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Lorem ipsum et tula lorem ipsum et lorem ipsum </a:t>
                      </a:r>
                    </a:p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69860"/>
                  </a:ext>
                </a:extLst>
              </a:tr>
              <a:tr h="978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Lorem ipsum et tula lorem ipsum et lorem ipsum </a:t>
                      </a:r>
                    </a:p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Lorem ipsum et tula lorem ipsum et lorem ipsum </a:t>
                      </a:r>
                    </a:p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Lorem ipsum et tula lorem ipsum et lorem ipsum </a:t>
                      </a:r>
                    </a:p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Lorem ipsum et tula lorem ipsum et lorem ipsum </a:t>
                      </a:r>
                    </a:p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228359"/>
                  </a:ext>
                </a:extLst>
              </a:tr>
              <a:tr h="978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Lorem ipsum et tula lorem ipsum et lorem ipsum </a:t>
                      </a:r>
                    </a:p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Lorem ipsum et tula lorem ipsum et lorem ipsum </a:t>
                      </a:r>
                    </a:p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Lorem ipsum et tula lorem ipsum et lorem ipsum </a:t>
                      </a:r>
                    </a:p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Lorem ipsum et tula lorem ipsum et lorem ipsum </a:t>
                      </a:r>
                    </a:p>
                    <a:p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1061" marR="151061" marT="151061" marB="15106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144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Statistics focus</Template>
  <TotalTime>0</TotalTime>
  <Words>121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Bookman Old Style</vt:lpstr>
      <vt:lpstr>Calibri</vt:lpstr>
      <vt:lpstr>Franklin Gothic Book</vt:lpstr>
      <vt:lpstr>Custom</vt:lpstr>
      <vt:lpstr>Title Lorem Ipsum</vt:lpstr>
      <vt:lpstr>Title Lorem Ipsum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 Debray</dc:creator>
  <cp:lastModifiedBy>Yann Debray</cp:lastModifiedBy>
  <cp:revision>1</cp:revision>
  <dcterms:created xsi:type="dcterms:W3CDTF">2026-01-12T05:17:33Z</dcterms:created>
  <dcterms:modified xsi:type="dcterms:W3CDTF">2026-01-12T05:18:13Z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